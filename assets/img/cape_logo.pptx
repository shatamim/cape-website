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8" r:id="rId1"/>
  </p:sldMasterIdLst>
  <p:sldIdLst>
    <p:sldId id="256" r:id="rId2"/>
  </p:sldIdLst>
  <p:sldSz cx="8999538" cy="1079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300"/>
    <a:srgbClr val="FF67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72" d="100"/>
          <a:sy n="72" d="100"/>
        </p:scale>
        <p:origin x="2808" y="2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4942" y="176668"/>
            <a:ext cx="6749654" cy="375826"/>
          </a:xfrm>
        </p:spPr>
        <p:txBody>
          <a:bodyPr anchor="b"/>
          <a:lstStyle>
            <a:lvl1pPr algn="ctr">
              <a:defRPr sz="9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4942" y="566988"/>
            <a:ext cx="6749654" cy="260629"/>
          </a:xfrm>
        </p:spPr>
        <p:txBody>
          <a:bodyPr/>
          <a:lstStyle>
            <a:lvl1pPr marL="0" indent="0" algn="ctr">
              <a:buNone/>
              <a:defRPr sz="378"/>
            </a:lvl1pPr>
            <a:lvl2pPr marL="71963" indent="0" algn="ctr">
              <a:buNone/>
              <a:defRPr sz="315"/>
            </a:lvl2pPr>
            <a:lvl3pPr marL="143927" indent="0" algn="ctr">
              <a:buNone/>
              <a:defRPr sz="283"/>
            </a:lvl3pPr>
            <a:lvl4pPr marL="215890" indent="0" algn="ctr">
              <a:buNone/>
              <a:defRPr sz="252"/>
            </a:lvl4pPr>
            <a:lvl5pPr marL="287853" indent="0" algn="ctr">
              <a:buNone/>
              <a:defRPr sz="252"/>
            </a:lvl5pPr>
            <a:lvl6pPr marL="359816" indent="0" algn="ctr">
              <a:buNone/>
              <a:defRPr sz="252"/>
            </a:lvl6pPr>
            <a:lvl7pPr marL="431780" indent="0" algn="ctr">
              <a:buNone/>
              <a:defRPr sz="252"/>
            </a:lvl7pPr>
            <a:lvl8pPr marL="503743" indent="0" algn="ctr">
              <a:buNone/>
              <a:defRPr sz="252"/>
            </a:lvl8pPr>
            <a:lvl9pPr marL="575706" indent="0" algn="ctr">
              <a:buNone/>
              <a:defRPr sz="25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D720C-AEC5-AF4C-823F-FAE77026F2CA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CC64D-7226-4C41-BE7B-169632DD3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23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D720C-AEC5-AF4C-823F-FAE77026F2CA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CC64D-7226-4C41-BE7B-169632DD3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866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31" y="269125"/>
            <a:ext cx="7762102" cy="449042"/>
          </a:xfrm>
        </p:spPr>
        <p:txBody>
          <a:bodyPr anchor="b"/>
          <a:lstStyle>
            <a:lvl1pPr>
              <a:defRPr sz="9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4031" y="722415"/>
            <a:ext cx="7762102" cy="236141"/>
          </a:xfrm>
        </p:spPr>
        <p:txBody>
          <a:bodyPr/>
          <a:lstStyle>
            <a:lvl1pPr marL="0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1pPr>
            <a:lvl2pPr marL="71963" indent="0">
              <a:buNone/>
              <a:defRPr sz="315">
                <a:solidFill>
                  <a:schemeClr val="tx1">
                    <a:tint val="82000"/>
                  </a:schemeClr>
                </a:solidFill>
              </a:defRPr>
            </a:lvl2pPr>
            <a:lvl3pPr marL="143927" indent="0">
              <a:buNone/>
              <a:defRPr sz="283">
                <a:solidFill>
                  <a:schemeClr val="tx1">
                    <a:tint val="82000"/>
                  </a:schemeClr>
                </a:solidFill>
              </a:defRPr>
            </a:lvl3pPr>
            <a:lvl4pPr marL="215890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4pPr>
            <a:lvl5pPr marL="287853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5pPr>
            <a:lvl6pPr marL="359816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6pPr>
            <a:lvl7pPr marL="431780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7pPr>
            <a:lvl8pPr marL="503743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8pPr>
            <a:lvl9pPr marL="575706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D720C-AEC5-AF4C-823F-FAE77026F2CA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CC64D-7226-4C41-BE7B-169632DD3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434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718" y="287367"/>
            <a:ext cx="3824804" cy="6849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016" y="287367"/>
            <a:ext cx="3824804" cy="6849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D720C-AEC5-AF4C-823F-FAE77026F2CA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CC64D-7226-4C41-BE7B-169632DD3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067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0" y="57474"/>
            <a:ext cx="7762102" cy="2086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891" y="264627"/>
            <a:ext cx="3807226" cy="129690"/>
          </a:xfrm>
        </p:spPr>
        <p:txBody>
          <a:bodyPr anchor="b"/>
          <a:lstStyle>
            <a:lvl1pPr marL="0" indent="0">
              <a:buNone/>
              <a:defRPr sz="378" b="1"/>
            </a:lvl1pPr>
            <a:lvl2pPr marL="71963" indent="0">
              <a:buNone/>
              <a:defRPr sz="315" b="1"/>
            </a:lvl2pPr>
            <a:lvl3pPr marL="143927" indent="0">
              <a:buNone/>
              <a:defRPr sz="283" b="1"/>
            </a:lvl3pPr>
            <a:lvl4pPr marL="215890" indent="0">
              <a:buNone/>
              <a:defRPr sz="252" b="1"/>
            </a:lvl4pPr>
            <a:lvl5pPr marL="287853" indent="0">
              <a:buNone/>
              <a:defRPr sz="252" b="1"/>
            </a:lvl5pPr>
            <a:lvl6pPr marL="359816" indent="0">
              <a:buNone/>
              <a:defRPr sz="252" b="1"/>
            </a:lvl6pPr>
            <a:lvl7pPr marL="431780" indent="0">
              <a:buNone/>
              <a:defRPr sz="252" b="1"/>
            </a:lvl7pPr>
            <a:lvl8pPr marL="503743" indent="0">
              <a:buNone/>
              <a:defRPr sz="252" b="1"/>
            </a:lvl8pPr>
            <a:lvl9pPr marL="575706" indent="0">
              <a:buNone/>
              <a:defRPr sz="25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891" y="394318"/>
            <a:ext cx="3807226" cy="579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6016" y="264627"/>
            <a:ext cx="3825976" cy="129690"/>
          </a:xfrm>
        </p:spPr>
        <p:txBody>
          <a:bodyPr anchor="b"/>
          <a:lstStyle>
            <a:lvl1pPr marL="0" indent="0">
              <a:buNone/>
              <a:defRPr sz="378" b="1"/>
            </a:lvl1pPr>
            <a:lvl2pPr marL="71963" indent="0">
              <a:buNone/>
              <a:defRPr sz="315" b="1"/>
            </a:lvl2pPr>
            <a:lvl3pPr marL="143927" indent="0">
              <a:buNone/>
              <a:defRPr sz="283" b="1"/>
            </a:lvl3pPr>
            <a:lvl4pPr marL="215890" indent="0">
              <a:buNone/>
              <a:defRPr sz="252" b="1"/>
            </a:lvl4pPr>
            <a:lvl5pPr marL="287853" indent="0">
              <a:buNone/>
              <a:defRPr sz="252" b="1"/>
            </a:lvl5pPr>
            <a:lvl6pPr marL="359816" indent="0">
              <a:buNone/>
              <a:defRPr sz="252" b="1"/>
            </a:lvl6pPr>
            <a:lvl7pPr marL="431780" indent="0">
              <a:buNone/>
              <a:defRPr sz="252" b="1"/>
            </a:lvl7pPr>
            <a:lvl8pPr marL="503743" indent="0">
              <a:buNone/>
              <a:defRPr sz="252" b="1"/>
            </a:lvl8pPr>
            <a:lvl9pPr marL="575706" indent="0">
              <a:buNone/>
              <a:defRPr sz="25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6016" y="394318"/>
            <a:ext cx="3825976" cy="579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D720C-AEC5-AF4C-823F-FAE77026F2CA}" type="datetimeFigureOut">
              <a:rPr lang="en-US" smtClean="0"/>
              <a:t>6/8/26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CC64D-7226-4C41-BE7B-169632DD3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199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D720C-AEC5-AF4C-823F-FAE77026F2CA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CC64D-7226-4C41-BE7B-169632DD3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516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D720C-AEC5-AF4C-823F-FAE77026F2CA}" type="datetimeFigureOut">
              <a:rPr lang="en-US" smtClean="0"/>
              <a:t>6/8/26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CC64D-7226-4C41-BE7B-169632DD3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324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71967"/>
            <a:ext cx="2902585" cy="251883"/>
          </a:xfrm>
        </p:spPr>
        <p:txBody>
          <a:bodyPr anchor="b"/>
          <a:lstStyle>
            <a:lvl1pPr>
              <a:defRPr sz="5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976" y="155428"/>
            <a:ext cx="4556016" cy="767145"/>
          </a:xfrm>
        </p:spPr>
        <p:txBody>
          <a:bodyPr/>
          <a:lstStyle>
            <a:lvl1pPr>
              <a:defRPr sz="504"/>
            </a:lvl1pPr>
            <a:lvl2pPr>
              <a:defRPr sz="441"/>
            </a:lvl2pPr>
            <a:lvl3pPr>
              <a:defRPr sz="378"/>
            </a:lvl3pPr>
            <a:lvl4pPr>
              <a:defRPr sz="315"/>
            </a:lvl4pPr>
            <a:lvl5pPr>
              <a:defRPr sz="315"/>
            </a:lvl5pPr>
            <a:lvl6pPr>
              <a:defRPr sz="315"/>
            </a:lvl6pPr>
            <a:lvl7pPr>
              <a:defRPr sz="315"/>
            </a:lvl7pPr>
            <a:lvl8pPr>
              <a:defRPr sz="315"/>
            </a:lvl8pPr>
            <a:lvl9pPr>
              <a:defRPr sz="31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323850"/>
            <a:ext cx="2902585" cy="599972"/>
          </a:xfrm>
        </p:spPr>
        <p:txBody>
          <a:bodyPr/>
          <a:lstStyle>
            <a:lvl1pPr marL="0" indent="0">
              <a:buNone/>
              <a:defRPr sz="252"/>
            </a:lvl1pPr>
            <a:lvl2pPr marL="71963" indent="0">
              <a:buNone/>
              <a:defRPr sz="220"/>
            </a:lvl2pPr>
            <a:lvl3pPr marL="143927" indent="0">
              <a:buNone/>
              <a:defRPr sz="189"/>
            </a:lvl3pPr>
            <a:lvl4pPr marL="215890" indent="0">
              <a:buNone/>
              <a:defRPr sz="157"/>
            </a:lvl4pPr>
            <a:lvl5pPr marL="287853" indent="0">
              <a:buNone/>
              <a:defRPr sz="157"/>
            </a:lvl5pPr>
            <a:lvl6pPr marL="359816" indent="0">
              <a:buNone/>
              <a:defRPr sz="157"/>
            </a:lvl6pPr>
            <a:lvl7pPr marL="431780" indent="0">
              <a:buNone/>
              <a:defRPr sz="157"/>
            </a:lvl7pPr>
            <a:lvl8pPr marL="503743" indent="0">
              <a:buNone/>
              <a:defRPr sz="157"/>
            </a:lvl8pPr>
            <a:lvl9pPr marL="575706" indent="0">
              <a:buNone/>
              <a:defRPr sz="15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D720C-AEC5-AF4C-823F-FAE77026F2CA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CC64D-7226-4C41-BE7B-169632DD3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634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71967"/>
            <a:ext cx="2902585" cy="251883"/>
          </a:xfrm>
        </p:spPr>
        <p:txBody>
          <a:bodyPr anchor="b"/>
          <a:lstStyle>
            <a:lvl1pPr>
              <a:defRPr sz="5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5976" y="155428"/>
            <a:ext cx="4556016" cy="767145"/>
          </a:xfrm>
        </p:spPr>
        <p:txBody>
          <a:bodyPr anchor="t"/>
          <a:lstStyle>
            <a:lvl1pPr marL="0" indent="0">
              <a:buNone/>
              <a:defRPr sz="504"/>
            </a:lvl1pPr>
            <a:lvl2pPr marL="71963" indent="0">
              <a:buNone/>
              <a:defRPr sz="441"/>
            </a:lvl2pPr>
            <a:lvl3pPr marL="143927" indent="0">
              <a:buNone/>
              <a:defRPr sz="378"/>
            </a:lvl3pPr>
            <a:lvl4pPr marL="215890" indent="0">
              <a:buNone/>
              <a:defRPr sz="315"/>
            </a:lvl4pPr>
            <a:lvl5pPr marL="287853" indent="0">
              <a:buNone/>
              <a:defRPr sz="315"/>
            </a:lvl5pPr>
            <a:lvl6pPr marL="359816" indent="0">
              <a:buNone/>
              <a:defRPr sz="315"/>
            </a:lvl6pPr>
            <a:lvl7pPr marL="431780" indent="0">
              <a:buNone/>
              <a:defRPr sz="315"/>
            </a:lvl7pPr>
            <a:lvl8pPr marL="503743" indent="0">
              <a:buNone/>
              <a:defRPr sz="315"/>
            </a:lvl8pPr>
            <a:lvl9pPr marL="575706" indent="0">
              <a:buNone/>
              <a:defRPr sz="31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323850"/>
            <a:ext cx="2902585" cy="599972"/>
          </a:xfrm>
        </p:spPr>
        <p:txBody>
          <a:bodyPr/>
          <a:lstStyle>
            <a:lvl1pPr marL="0" indent="0">
              <a:buNone/>
              <a:defRPr sz="252"/>
            </a:lvl1pPr>
            <a:lvl2pPr marL="71963" indent="0">
              <a:buNone/>
              <a:defRPr sz="220"/>
            </a:lvl2pPr>
            <a:lvl3pPr marL="143927" indent="0">
              <a:buNone/>
              <a:defRPr sz="189"/>
            </a:lvl3pPr>
            <a:lvl4pPr marL="215890" indent="0">
              <a:buNone/>
              <a:defRPr sz="157"/>
            </a:lvl4pPr>
            <a:lvl5pPr marL="287853" indent="0">
              <a:buNone/>
              <a:defRPr sz="157"/>
            </a:lvl5pPr>
            <a:lvl6pPr marL="359816" indent="0">
              <a:buNone/>
              <a:defRPr sz="157"/>
            </a:lvl6pPr>
            <a:lvl7pPr marL="431780" indent="0">
              <a:buNone/>
              <a:defRPr sz="157"/>
            </a:lvl7pPr>
            <a:lvl8pPr marL="503743" indent="0">
              <a:buNone/>
              <a:defRPr sz="157"/>
            </a:lvl8pPr>
            <a:lvl9pPr marL="575706" indent="0">
              <a:buNone/>
              <a:defRPr sz="15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D720C-AEC5-AF4C-823F-FAE77026F2CA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CC64D-7226-4C41-BE7B-169632DD3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882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D720C-AEC5-AF4C-823F-FAE77026F2CA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CC64D-7226-4C41-BE7B-169632DD3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213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0295" y="57474"/>
            <a:ext cx="1940525" cy="9148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8718" y="57474"/>
            <a:ext cx="5709082" cy="9148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D720C-AEC5-AF4C-823F-FAE77026F2CA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CC64D-7226-4C41-BE7B-169632DD3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730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718" y="57474"/>
            <a:ext cx="7762102" cy="208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718" y="287367"/>
            <a:ext cx="7762102" cy="684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718" y="1000537"/>
            <a:ext cx="2024896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FD720C-AEC5-AF4C-823F-FAE77026F2CA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1097" y="1000537"/>
            <a:ext cx="3037344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5924" y="1000537"/>
            <a:ext cx="2024896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7CC64D-7226-4C41-BE7B-169632DD3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245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143927" rtl="0" eaLnBrk="1" latinLnBrk="0" hangingPunct="1">
        <a:lnSpc>
          <a:spcPct val="90000"/>
        </a:lnSpc>
        <a:spcBef>
          <a:spcPct val="0"/>
        </a:spcBef>
        <a:buNone/>
        <a:defRPr sz="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82" indent="-35982" algn="l" defTabSz="143927" rtl="0" eaLnBrk="1" latinLnBrk="0" hangingPunct="1">
        <a:lnSpc>
          <a:spcPct val="90000"/>
        </a:lnSpc>
        <a:spcBef>
          <a:spcPts val="157"/>
        </a:spcBef>
        <a:buFont typeface="Arial" panose="020B0604020202020204" pitchFamily="34" charset="0"/>
        <a:buChar char="•"/>
        <a:defRPr sz="441" kern="1200">
          <a:solidFill>
            <a:schemeClr val="tx1"/>
          </a:solidFill>
          <a:latin typeface="+mn-lt"/>
          <a:ea typeface="+mn-ea"/>
          <a:cs typeface="+mn-cs"/>
        </a:defRPr>
      </a:lvl1pPr>
      <a:lvl2pPr marL="10794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7990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315" kern="1200">
          <a:solidFill>
            <a:schemeClr val="tx1"/>
          </a:solidFill>
          <a:latin typeface="+mn-lt"/>
          <a:ea typeface="+mn-ea"/>
          <a:cs typeface="+mn-cs"/>
        </a:defRPr>
      </a:lvl3pPr>
      <a:lvl4pPr marL="251871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4pPr>
      <a:lvl5pPr marL="32383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5pPr>
      <a:lvl6pPr marL="39579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6pPr>
      <a:lvl7pPr marL="467761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7pPr>
      <a:lvl8pPr marL="53972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8pPr>
      <a:lvl9pPr marL="61168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1pPr>
      <a:lvl2pPr marL="7196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2pPr>
      <a:lvl3pPr marL="143927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3pPr>
      <a:lvl4pPr marL="21589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4pPr>
      <a:lvl5pPr marL="28785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5pPr>
      <a:lvl6pPr marL="359816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6pPr>
      <a:lvl7pPr marL="43178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7pPr>
      <a:lvl8pPr marL="50374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8pPr>
      <a:lvl9pPr marL="575706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0EF23C-CDAB-EE2A-D645-F027F9F54191}"/>
              </a:ext>
            </a:extLst>
          </p:cNvPr>
          <p:cNvSpPr/>
          <p:nvPr/>
        </p:nvSpPr>
        <p:spPr>
          <a:xfrm>
            <a:off x="0" y="0"/>
            <a:ext cx="8999538" cy="1079500"/>
          </a:xfrm>
          <a:prstGeom prst="rect">
            <a:avLst/>
          </a:prstGeom>
          <a:solidFill>
            <a:srgbClr val="FFA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80024"/>
            <a:endParaRPr lang="en-US" sz="4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38A172-BBA5-B6AB-B2C8-7042A4475F15}"/>
              </a:ext>
            </a:extLst>
          </p:cNvPr>
          <p:cNvSpPr txBox="1"/>
          <p:nvPr/>
        </p:nvSpPr>
        <p:spPr>
          <a:xfrm>
            <a:off x="-71716" y="31919"/>
            <a:ext cx="101282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CAPE: </a:t>
            </a:r>
            <a:r>
              <a:rPr lang="en-US" sz="4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ENVIRONMENTAL PREDICTION</a:t>
            </a:r>
          </a:p>
        </p:txBody>
      </p:sp>
    </p:spTree>
    <p:extLst>
      <p:ext uri="{BB962C8B-B14F-4D97-AF65-F5344CB8AC3E}">
        <p14:creationId xmlns:p14="http://schemas.microsoft.com/office/powerpoint/2010/main" val="2061649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</TotalTime>
  <Words>4</Words>
  <Application>Microsoft Macintosh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Martyn Clark</dc:creator>
  <cp:lastModifiedBy>Martyn Clark</cp:lastModifiedBy>
  <cp:revision>8</cp:revision>
  <dcterms:created xsi:type="dcterms:W3CDTF">2026-06-09T02:57:54Z</dcterms:created>
  <dcterms:modified xsi:type="dcterms:W3CDTF">2026-06-09T04:26:03Z</dcterms:modified>
</cp:coreProperties>
</file>